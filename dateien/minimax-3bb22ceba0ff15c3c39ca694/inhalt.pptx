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bulk-seeds-international.github.io/bulkseedsinternational-en/seed-enquiry-checklist-pack-sizes-labelling-language/" TargetMode="External"/><Relationship Id="rId3" Type="http://schemas.openxmlformats.org/officeDocument/2006/relationships/hyperlink" Target="https://bulk-seeds-international.github.io/bulkseedsinternational-en/dateien/minimax-3bb22ceba0ff15c3c39ca694/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Seed enquiry checklist: specify retail pack sizes and labelling language · Presentation</a:t>
            </a:r>
          </a:p>
        </p:txBody>
      </p:sp>
      <p:sp>
        <p:nvSpPr>
          <p:cNvPr id="3" name="Content Placeholder 2"/>
          <p:cNvSpPr>
            <a:spLocks noGrp="1"/>
          </p:cNvSpPr>
          <p:nvPr>
            <p:ph idx="1"/>
          </p:nvPr>
        </p:nvSpPr>
        <p:spPr/>
        <p:txBody>
          <a:bodyPr/>
          <a:lstStyle/>
          <a:p>
            <a:r>
              <a:t>A seed enquiry works best when it separates what you want to buy from how you want it packaged and where it should go. The source material frames this as three records kept apart: the products and catalogue quantities, the retail packaging and labelling requirements, and the delivery details. This guide walks through the fields to capture, why pack sizes need their own line, and how to read the reply you receive. Treat every figure below as a requested requirement, not a confirmed term — confirmation belongs in the quotation.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a structured enquiry matters</a:t>
            </a:r>
          </a:p>
        </p:txBody>
      </p:sp>
      <p:sp>
        <p:nvSpPr>
          <p:cNvPr id="3" name="Content Placeholder 2"/>
          <p:cNvSpPr>
            <a:spLocks noGrp="1"/>
          </p:cNvSpPr>
          <p:nvPr>
            <p:ph idx="1"/>
          </p:nvPr>
        </p:nvSpPr>
        <p:spPr/>
        <p:txBody>
          <a:bodyPr/>
          <a:lstStyle/>
          <a:p>
            <a:pPr>
              <a:defRPr sz="1800"/>
            </a:pPr>
            <a:r>
              <a:t>A catalogue quantity and its unit do not by themselves tell a supplier what retail pack size or labelling language you need for resale. Mixing the two creates ambiguity: a catalogue unit can be mistaken for the unit of a finished retail pack. Keeping the product record, the packaging record and the delivery record on separate lines lets the supplier check each element on its own terms. The enquiry itself is non-binding; any arrangement is settled later in the quotation.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six details to record per item</a:t>
            </a:r>
          </a:p>
        </p:txBody>
      </p:sp>
      <p:sp>
        <p:nvSpPr>
          <p:cNvPr id="3" name="Content Placeholder 2"/>
          <p:cNvSpPr>
            <a:spLocks noGrp="1"/>
          </p:cNvSpPr>
          <p:nvPr>
            <p:ph idx="1"/>
          </p:nvPr>
        </p:nvSpPr>
        <p:spPr/>
        <p:txBody>
          <a:bodyPr/>
          <a:lstStyle/>
          <a:p>
            <a:pPr>
              <a:defRPr sz="1800"/>
            </a:pPr>
            <a:r>
              <a:t>For every seed item, capture the botanical name, variety and catalogue reference. State the quantity required together with the catalogue unit, since the unit also helps distinguish similarly named varieties. Record the intended retail pack size and the unit that defines it. State the required labelling language. Add the destination country and postal code, and the requested delivery date. Business contact details belong in the enquiry as well. Where the labelling requirement differs between products, repeat it against each affected item rather than leaving a general note at the top.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Keep packaging separate from the catalogue request</a:t>
            </a:r>
          </a:p>
        </p:txBody>
      </p:sp>
      <p:sp>
        <p:nvSpPr>
          <p:cNvPr id="3" name="Content Placeholder 2"/>
          <p:cNvSpPr>
            <a:spLocks noGrp="1"/>
          </p:cNvSpPr>
          <p:nvPr>
            <p:ph idx="1"/>
          </p:nvPr>
        </p:nvSpPr>
        <p:spPr/>
        <p:txBody>
          <a:bodyPr/>
          <a:lstStyle/>
          <a:p>
            <a:pPr>
              <a:defRPr sz="1800"/>
            </a:pPr>
            <a:r>
              <a:t>The most common source of confusion is collapsing the catalogue unit into the packaging requirement. Present the pack size and labelling language as requested requirements, not as terms already agreed. If several products share one pack specification, still show every catalogue reference so the link between each product and that specification stays visible. Repeating pack size and labelling language on each product line prevents either requirement from drifting away from the correct variety.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copy-ready enquiry layout</a:t>
            </a:r>
          </a:p>
        </p:txBody>
      </p:sp>
      <p:sp>
        <p:nvSpPr>
          <p:cNvPr id="3" name="Content Placeholder 2"/>
          <p:cNvSpPr>
            <a:spLocks noGrp="1"/>
          </p:cNvSpPr>
          <p:nvPr>
            <p:ph idx="1"/>
          </p:nvPr>
        </p:nvSpPr>
        <p:spPr/>
        <p:txBody>
          <a:bodyPr/>
          <a:lstStyle/>
          <a:p>
            <a:pPr>
              <a:defRPr sz="1800"/>
            </a:pPr>
            <a:r>
              <a:t>One workable structure runs: product (botanical name, variety, catalogue reference); catalogue request (quantity and catalogue unit); retail packaging (requested pack size and pack-size unit); labelling (required language); destination (country and postal code); requested delivery date; and business contact name and details. Repeat the product, packaging and labelling lines for each item. The format adds no assumptions about which products or pack sizes are available — it only makes the request legible.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final check before sending</a:t>
            </a:r>
          </a:p>
        </p:txBody>
      </p:sp>
      <p:sp>
        <p:nvSpPr>
          <p:cNvPr id="3" name="Content Placeholder 2"/>
          <p:cNvSpPr>
            <a:spLocks noGrp="1"/>
          </p:cNvSpPr>
          <p:nvPr>
            <p:ph idx="1"/>
          </p:nvPr>
        </p:nvSpPr>
        <p:spPr/>
        <p:txBody>
          <a:bodyPr/>
          <a:lstStyle/>
          <a:p>
            <a:pPr>
              <a:defRPr sz="1800"/>
            </a:pPr>
            <a:r>
              <a:t>Confirm that every item carries a botanical name, variety and catalogue reference, and that every quantity has a unit. Check that the retail pack size and its unit sit apart from the catalogue request, and that the labelling language is stated for each relevant item. Verify the destination country, postal code, requested delivery date and business contact details are present. Finally, make sure pack sizes and labelling arrangements read as requests rather than confirmed terms. A useful test: can a reader tell which product is involved, how much is requested, what pack and labelling should be reviewed, and where and when delivery is intended?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Reading the quotation that comes back</a:t>
            </a:r>
          </a:p>
        </p:txBody>
      </p:sp>
      <p:sp>
        <p:nvSpPr>
          <p:cNvPr id="3" name="Content Placeholder 2"/>
          <p:cNvSpPr>
            <a:spLocks noGrp="1"/>
          </p:cNvSpPr>
          <p:nvPr>
            <p:ph idx="1"/>
          </p:nvPr>
        </p:nvSpPr>
        <p:spPr/>
        <p:txBody>
          <a:bodyPr/>
          <a:lstStyle/>
          <a:p>
            <a:pPr>
              <a:defRPr sz="1800"/>
            </a:pPr>
            <a:r>
              <a:t>Submitting an enquiry does not place an order. The supplier reviews the selection and checks availability, prices and shipping conditions before making an offer. Read the reply to see which pack sizes have actually been confirmed and what has been stated about your requested labelling language and delivery date. Do not assume a requested pack size or labelling arrangement is available unless the quotation addresses it directly.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Links</a:t>
            </a:r>
          </a:p>
        </p:txBody>
      </p:sp>
      <p:sp>
        <p:nvSpPr>
          <p:cNvPr id="3" name="Content Placeholder 2"/>
          <p:cNvSpPr>
            <a:spLocks noGrp="1"/>
          </p:cNvSpPr>
          <p:nvPr>
            <p:ph idx="1"/>
          </p:nvPr>
        </p:nvSpPr>
        <p:spPr/>
        <p:txBody>
          <a:bodyPr/>
          <a:lstStyle/>
          <a:p>
            <a:r>
              <a:rPr sz="1800">
                <a:hlinkClick r:id="rId2"/>
              </a:rPr>
              <a:t>Seed enquiry checklist: specify retail pack sizes and labelling language</a:t>
            </a:r>
          </a:p>
          <a:p>
            <a:r>
              <a:rPr sz="1800">
                <a:hlinkClick r:id="rId3"/>
              </a:rPr>
              <a:t>Related document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