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en-a2eff0.gitlab.io/seed-quotation-commercial-terms-checklist/" TargetMode="External"/><Relationship Id="rId3" Type="http://schemas.openxmlformats.org/officeDocument/2006/relationships/hyperlink" Target="https://bulk-seeds-international.github.io/bulkseedsinternational-en/dateien/minimax-8893955acc8ae9c833d387a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Seed Quotation Checklist: Eight Commercial Terms to Confirm Before Approval · Presentation</a:t>
            </a:r>
          </a:p>
        </p:txBody>
      </p:sp>
      <p:sp>
        <p:nvSpPr>
          <p:cNvPr id="3" name="Content Placeholder 2"/>
          <p:cNvSpPr>
            <a:spLocks noGrp="1"/>
          </p:cNvSpPr>
          <p:nvPr>
            <p:ph idx="1"/>
          </p:nvPr>
        </p:nvSpPr>
        <p:spPr/>
        <p:txBody>
          <a:bodyPr/>
          <a:lstStyle/>
          <a:p>
            <a:r>
              <a:t>A seed quotation is a set of separate commercial fields, not a single price and not a confirmation of supply. Sending an enquiry or receiving an automated acknowledgement does not conclude a purchase. This guide explains how to read a quotation line by line, keep unresolved points visible, and apply a consistent pre-approval sequence before a supply arrangement is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an enquiry is not an order</a:t>
            </a:r>
          </a:p>
        </p:txBody>
      </p:sp>
      <p:sp>
        <p:nvSpPr>
          <p:cNvPr id="3" name="Content Placeholder 2"/>
          <p:cNvSpPr>
            <a:spLocks noGrp="1"/>
          </p:cNvSpPr>
          <p:nvPr>
            <p:ph idx="1"/>
          </p:nvPr>
        </p:nvSpPr>
        <p:spPr/>
        <p:txBody>
          <a:bodyPr/>
          <a:lstStyle/>
          <a:p>
            <a:pPr>
              <a:defRPr sz="1800"/>
            </a:pPr>
            <a:r>
              <a:t>Adding products to an enquiry basket and submitting the form only starts a review. An automated acknowledgement confirms receipt, not a contract, and a catalogue entry with a listed price does not confirm current stock or that a variety can be shipped to a given destination. Treat the quotation and any subsequent agreement as the record of proposed commercial terms, and take the time to understand how enquiries, quotations and supply terms differ before you approve anything.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the commercial fields one by one</a:t>
            </a:r>
          </a:p>
        </p:txBody>
      </p:sp>
      <p:sp>
        <p:nvSpPr>
          <p:cNvPr id="3" name="Content Placeholder 2"/>
          <p:cNvSpPr>
            <a:spLocks noGrp="1"/>
          </p:cNvSpPr>
          <p:nvPr>
            <p:ph idx="1"/>
          </p:nvPr>
        </p:nvSpPr>
        <p:spPr/>
        <p:txBody>
          <a:bodyPr/>
          <a:lstStyle/>
          <a:p>
            <a:pPr>
              <a:defRPr sz="1800"/>
            </a:pPr>
            <a:r>
              <a:t>Match variety, requested quantity and availability to what the quotation actually states. If availability is not given, keep it open rather than inferring it from the catalogue. Record pack size and the unit used for the quantity, because a price per kilogram is a different basis from a price for a stated seed count; packaging belongs on its own line. Identify the price actually quoted and distinguish it from the catalogue price, and keep applicable taxes separate from the product price rather than treating the listed figure as the complete commercial amount.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Shipping, documents and payment</a:t>
            </a:r>
          </a:p>
        </p:txBody>
      </p:sp>
      <p:sp>
        <p:nvSpPr>
          <p:cNvPr id="3" name="Content Placeholder 2"/>
          <p:cNvSpPr>
            <a:spLocks noGrp="1"/>
          </p:cNvSpPr>
          <p:nvPr>
            <p:ph idx="1"/>
          </p:nvPr>
        </p:nvSpPr>
        <p:spPr/>
        <p:txBody>
          <a:bodyPr/>
          <a:lstStyle/>
          <a:p>
            <a:pPr>
              <a:defRPr sz="1800"/>
            </a:pPr>
            <a:r>
              <a:t>Confirm shipping charges as their own field instead of assuming they are included. Confirm documentation costs and who is responsible for documents, customs clearance, duties and taxes; the applicable import conditions and those responsibilities should be clarified before a shipment is agreed. Read payment terms as a distinct field, and if they are incomplete or ambiguous, request clarification rather than carrying them forward as settled. Check the destination country and postal code against the enquiry, and label any requested delivery date as requested, not promised.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Keep unresolved conditions visible</a:t>
            </a:r>
          </a:p>
        </p:txBody>
      </p:sp>
      <p:sp>
        <p:nvSpPr>
          <p:cNvPr id="3" name="Content Placeholder 2"/>
          <p:cNvSpPr>
            <a:spLocks noGrp="1"/>
          </p:cNvSpPr>
          <p:nvPr>
            <p:ph idx="1"/>
          </p:nvPr>
        </p:nvSpPr>
        <p:spPr/>
        <p:txBody>
          <a:bodyPr/>
          <a:lstStyle/>
          <a:p>
            <a:pPr>
              <a:defRPr sz="1800"/>
            </a:pPr>
            <a:r>
              <a:t>Give every commercial item a visible status rather than one general note such as quotation received. A workable set is: confirmed in the quotation, agreed separately, awaiting supplier response, awaiting reseller approval, and not applicable. Attach the affected variety, field and destination to each open point. Do not close a field because an acknowledgement arrived; if a condition is unanswered, request it in writing and keep it marked pending.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practical pre-approval sequence</a:t>
            </a:r>
          </a:p>
        </p:txBody>
      </p:sp>
      <p:sp>
        <p:nvSpPr>
          <p:cNvPr id="3" name="Content Placeholder 2"/>
          <p:cNvSpPr>
            <a:spLocks noGrp="1"/>
          </p:cNvSpPr>
          <p:nvPr>
            <p:ph idx="1"/>
          </p:nvPr>
        </p:nvSpPr>
        <p:spPr/>
        <p:txBody>
          <a:bodyPr/>
          <a:lstStyle/>
          <a:p>
            <a:pPr>
              <a:defRPr sz="1800"/>
            </a:pPr>
            <a:r>
              <a:t>Build one row per variety with requested quantity, pack size, unit, quoted price, availability and destination, so omissions become visible and weight-based figures are never compared with seed counts. Add separate columns for taxes, shipping charges, documentation costs, payment terms, delivery arrangements, required documents and import responsibilities. Compare the quotation against the destination, the requested date and the documentation needs, then resolve pending fields in writing and record whether each answer sits in the quotation or the subsequent agreement. Complete the internal review only when every field is confirmed, marked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practical pre-approval sequence</a:t>
            </a:r>
          </a:p>
        </p:txBody>
      </p:sp>
      <p:sp>
        <p:nvSpPr>
          <p:cNvPr id="3" name="Content Placeholder 2"/>
          <p:cNvSpPr>
            <a:spLocks noGrp="1"/>
          </p:cNvSpPr>
          <p:nvPr>
            <p:ph idx="1"/>
          </p:nvPr>
        </p:nvSpPr>
        <p:spPr/>
        <p:txBody>
          <a:bodyPr/>
          <a:lstStyle/>
          <a:p>
            <a:pPr>
              <a:defRPr sz="1800"/>
            </a:pPr>
            <a:r>
              <a:t> applicable or recorded as an explicit exception. Reviewing fields separately keeps unresolved conditions from disappearing inside a general acknowledgement and preserves the essential distinction: an enquiry starts the review, while the quotation and subsequent agreement record the supply terms.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Seed Quotation Checklist: Eight Commercial Terms to Confirm Before Approval</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